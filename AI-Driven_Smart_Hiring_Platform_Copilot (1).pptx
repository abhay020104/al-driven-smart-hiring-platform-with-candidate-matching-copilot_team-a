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630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5029200" cy="5029200"/>
          </a:xfrm>
          <a:prstGeom prst="ellipse">
            <a:avLst/>
          </a:prstGeom>
          <a:solidFill>
            <a:srgbClr val="01707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926080" cy="29260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7.0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Smart Hiring Platform with Candidate Matching Copilot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recruitment platform with intelligent candidate-job matching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Streamlit, FastAPI, SQLite, and Llama 3.2 via Ollama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5257800"/>
            <a:ext cx="1280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7332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Bhadouria  •  Sanchit Lalwani  •  Aishwarya </a:t>
            </a:r>
            <a:r>
              <a:rPr lang="en-US" sz="1150" dirty="0" err="1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Dosapati</a:t>
            </a:r>
            <a:r>
              <a:rPr lang="en-US" sz="115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Chitesh Gokul  •  Jaddu Gowthami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6062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Rojar</a:t>
            </a:r>
            <a:endParaRPr lang="en-US" sz="1150" dirty="0"/>
          </a:p>
          <a:p>
            <a:pPr marL="0" indent="0">
              <a:buNone/>
            </a:pPr>
            <a:endParaRPr lang="en-US" sz="1150" dirty="0">
              <a:solidFill>
                <a:srgbClr val="AFCFC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 · 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AI-driven hiring platform is needed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7568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Screening Overload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reviewing hundreds of resumes for every role is slow, inconsistent, and highly error-prone.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86600" y="207568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Candidate Tracking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centralized system to track candidates across stages, leaving recruiters with limited visibility.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4074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Data-Driven Insight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decisions rely on gut feel rather than structured, data-backed candidate insights.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3891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44074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Onboarding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50292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runs as a separate process, disconnected from the recruitment pipeline that precedes it.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Smart Hiring Platform Copilot  |  Team A  |  August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set out to build and deliver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7568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AI Copilot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single AI copilot that supports the entire recruitment lifecycle, from job posting to offer.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86600" y="207568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JD &amp; Resume Intelligence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6974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JD analysis, resume parsing, and scoring using a locally hosted LLM.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4074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Pipeline Visibility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recruiters real-time dashboards covering the full hiring pipeline at every stage.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3891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440740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Candidate Matching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50292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AI-driven candidate-job matching that ranks applicants by genuine fit, not just keywords.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Smart Hiring Platform Copilot  |  Team A  |  August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journey — from job posting to offer letter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075688"/>
            <a:ext cx="420624" cy="420624"/>
          </a:xfrm>
          <a:prstGeom prst="ellipse">
            <a:avLst/>
          </a:prstGeom>
          <a:solidFill>
            <a:srgbClr val="015E6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587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Creation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304495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creates a Job Description (JD), which becomes visible in the Candidate section.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27248" y="26700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28416" y="1874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9584" y="2075688"/>
            <a:ext cx="420624" cy="420624"/>
          </a:xfrm>
          <a:prstGeom prst="ellipse">
            <a:avLst/>
          </a:prstGeom>
          <a:solidFill>
            <a:srgbClr val="015E66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9584" y="2587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Application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9584" y="304495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apply for the job, fill out the application form, and upload their resume.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98464" y="26700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1874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075688"/>
            <a:ext cx="420624" cy="420624"/>
          </a:xfrm>
          <a:prstGeom prst="ellipse">
            <a:avLst/>
          </a:prstGeom>
          <a:solidFill>
            <a:srgbClr val="015E6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587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Resume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04495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(via Ollama) analyses the resume and generates an ATS score, skill match %, and insights.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69680" y="26700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61704" y="1874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62872" y="2075688"/>
            <a:ext cx="420624" cy="420624"/>
          </a:xfrm>
          <a:prstGeom prst="ellipse">
            <a:avLst/>
          </a:prstGeom>
          <a:solidFill>
            <a:srgbClr val="015E66"/>
          </a:solidFill>
          <a:ln/>
        </p:spPr>
      </p:sp>
      <p:sp>
        <p:nvSpPr>
          <p:cNvPr id="25" name="Text 23"/>
          <p:cNvSpPr/>
          <p:nvPr/>
        </p:nvSpPr>
        <p:spPr>
          <a:xfrm>
            <a:off x="9262872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62872" y="2587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Ranking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62872" y="304495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ranked by ATS score and appear in the Find Candidate section for recruiters.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61704" y="385876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061704" y="4160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62872" y="4361688"/>
            <a:ext cx="420624" cy="420624"/>
          </a:xfrm>
          <a:prstGeom prst="ellipse">
            <a:avLst/>
          </a:prstGeom>
          <a:solidFill>
            <a:srgbClr val="015E66"/>
          </a:solidFill>
          <a:ln/>
        </p:spPr>
      </p:sp>
      <p:sp>
        <p:nvSpPr>
          <p:cNvPr id="31" name="Text 29"/>
          <p:cNvSpPr/>
          <p:nvPr/>
        </p:nvSpPr>
        <p:spPr>
          <a:xfrm>
            <a:off x="9262872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62872" y="4873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Shortlisting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62872" y="533095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review applications and either shortlist candidates for the next round or reject them.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860536" y="49560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199632" y="4160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4361688"/>
            <a:ext cx="420624" cy="420624"/>
          </a:xfrm>
          <a:prstGeom prst="ellipse">
            <a:avLst/>
          </a:prstGeom>
          <a:solidFill>
            <a:srgbClr val="015E66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800" y="4873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Process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0" y="533095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 candidates progress through one or more interview rounds scheduled by the recruiter.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98464" y="495604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3328416" y="416052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29584" y="4361688"/>
            <a:ext cx="420624" cy="420624"/>
          </a:xfrm>
          <a:prstGeom prst="ellipse">
            <a:avLst/>
          </a:prstGeom>
          <a:solidFill>
            <a:srgbClr val="015E66"/>
          </a:solidFill>
          <a:ln/>
        </p:spPr>
      </p:sp>
      <p:sp>
        <p:nvSpPr>
          <p:cNvPr id="43" name="Text 41"/>
          <p:cNvSpPr/>
          <p:nvPr/>
        </p:nvSpPr>
        <p:spPr>
          <a:xfrm>
            <a:off x="3529584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529584" y="4873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Selection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529584" y="533095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candidates receive an offer letter via email.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Smart Hiring Platform Copilot  |  Team A  |  August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platform: Streamlit frontend, FastAPI backend, local LLM engine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02736" cy="2880360"/>
          </a:xfrm>
          <a:prstGeom prst="roundRect">
            <a:avLst>
              <a:gd name="adj" fmla="val 1905"/>
            </a:avLst>
          </a:prstGeom>
          <a:solidFill>
            <a:srgbClr val="015E66"/>
          </a:solidFill>
          <a:ln/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3602736" cy="777240"/>
          </a:xfrm>
          <a:prstGeom prst="rect">
            <a:avLst/>
          </a:prstGeom>
          <a:solidFill>
            <a:srgbClr val="01707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92808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3145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 (Overview, JD Analyser,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Candidates, Resume AI, Interviews,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Recruitment Insights,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Communications, Reports, AI Chat)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dashboards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styling (style.css)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8536" y="1783080"/>
            <a:ext cx="3602736" cy="2880360"/>
          </a:xfrm>
          <a:prstGeom prst="roundRect">
            <a:avLst>
              <a:gd name="adj" fmla="val 1905"/>
            </a:avLst>
          </a:prstGeom>
          <a:solidFill>
            <a:srgbClr val="015E66"/>
          </a:solidFill>
          <a:ln/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88536" y="1783080"/>
            <a:ext cx="3602736" cy="777240"/>
          </a:xfrm>
          <a:prstGeom prst="rect">
            <a:avLst/>
          </a:prstGeom>
          <a:solidFill>
            <a:srgbClr val="017078"/>
          </a:solidFill>
          <a:ln/>
        </p:spPr>
      </p:sp>
      <p:sp>
        <p:nvSpPr>
          <p:cNvPr id="12" name="Text 10"/>
          <p:cNvSpPr/>
          <p:nvPr/>
        </p:nvSpPr>
        <p:spPr>
          <a:xfrm>
            <a:off x="4517136" y="1892808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7136" y="22128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17136" y="2697480"/>
            <a:ext cx="3145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with 6 routers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Roles, Candidates,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Uploads, Onboarding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+ Pydantic schemas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(python-jose) + bcrypt auth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9016" y="1783080"/>
            <a:ext cx="3602736" cy="2880360"/>
          </a:xfrm>
          <a:prstGeom prst="roundRect">
            <a:avLst>
              <a:gd name="adj" fmla="val 1905"/>
            </a:avLst>
          </a:prstGeom>
          <a:solidFill>
            <a:srgbClr val="015E66"/>
          </a:solidFill>
          <a:ln/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9016" y="1783080"/>
            <a:ext cx="3602736" cy="777240"/>
          </a:xfrm>
          <a:prstGeom prst="rect">
            <a:avLst/>
          </a:prstGeom>
          <a:solidFill>
            <a:srgbClr val="017078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1892808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7616" y="22128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Llama 3.2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57616" y="2697480"/>
            <a:ext cx="3145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inference 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httpx client, 120s timeout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for structured output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analysis, scoring, chat, emails,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hiring recs, doc verification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59936" y="304495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00416" y="304495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360273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5029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321808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recruitment.db — Users, Roles, Candidates, each with created_at / updated_at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88536" y="4937760"/>
            <a:ext cx="360273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71416" y="5029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Storage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71416" y="5321808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/uploads — Resumes (PDF, DOCX, TXT) &amp; onboarding docs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29016" y="4937760"/>
            <a:ext cx="360273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11896" y="502920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Config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11896" y="5321808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— DATABASE_URL, OLLAMA_MODEL, JWT_SECRET_KEY, CORS_ORIGINS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Smart Hiring Platform Copilot  |  Team A  |  August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features run on Llama 3.2, locally via Ollama — zero cloud API costs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Parsing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/api/ai/parse-resume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structured data — name, skills, education, experience — from resume text.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78308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2152" y="19659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02152" y="244144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Scoring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02152" y="280720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/api/ai/score-resume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02152" y="3063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 parsed resume against a role's requirements: match %, strengths &amp; gaps.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81344" y="178308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19659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3642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64224" y="244144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 Analysis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64224" y="280720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/api/ai/analyse-jd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64224" y="3063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required skills, experience level, role type &amp; responsibilities from raw JD text.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0" y="178308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5440" y="19659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35440" y="244144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Recommendation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35440" y="280720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/api/ai/hiring-recommendation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35440" y="306324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a candidate's profile and returns a verdict — Hire / Hold / Reject — with rationale.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477316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Verification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0080" y="513892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/api/onboarding/verify-document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39496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onboarding documents — salary slips, IDs, certificates — for type &amp; validity.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19272" y="411480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02152" y="4297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3502152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502152" y="477316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Generation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502152" y="513892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/api/ai/generate-email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02152" y="539496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professional recruitment emails — offer, rejection, follow-up.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81344" y="411480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64224" y="4297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Text 41"/>
          <p:cNvSpPr/>
          <p:nvPr/>
        </p:nvSpPr>
        <p:spPr>
          <a:xfrm>
            <a:off x="6364224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364224" y="477316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Generation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364224" y="513892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/api/ai/generate-report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64224" y="539496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formatted recruitment reports with summaries, metrics &amp; insights.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52560" y="4114800"/>
            <a:ext cx="267919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35440" y="4297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Text 47"/>
          <p:cNvSpPr/>
          <p:nvPr/>
        </p:nvSpPr>
        <p:spPr>
          <a:xfrm>
            <a:off x="92354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235440" y="477316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 Copilot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235440" y="513892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/api/ai/chat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235440" y="539496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recruitment assistant that answers hiring and application questions in real time.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Smart Hiring Platform Copilot  |  Team A  |  August 2026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mostly-local stack — offline AI inference, secured API layer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2679192" cy="457200"/>
          </a:xfrm>
          <a:prstGeom prst="rect">
            <a:avLst/>
          </a:prstGeom>
          <a:solidFill>
            <a:srgbClr val="015E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1031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697480"/>
            <a:ext cx="2350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 err="1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for interactive charts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data manipulation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(style.css)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210312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2103120"/>
            <a:ext cx="2679192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483864" y="21031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83864" y="2697480"/>
            <a:ext cx="2350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 err="1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 err="1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ORM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 err="1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schemas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ASGI server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210312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2103120"/>
            <a:ext cx="267919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21031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LLM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45936" y="2697480"/>
            <a:ext cx="2350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 inference)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model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async HTTP client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0" y="210312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2103120"/>
            <a:ext cx="2679192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9217152" y="21031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17152" y="2697480"/>
            <a:ext cx="2350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(python-jose)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(passlib)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expiry: 24 hours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11274552" cy="777240"/>
          </a:xfrm>
          <a:prstGeom prst="roundRect">
            <a:avLst>
              <a:gd name="adj" fmla="val 7059"/>
            </a:avLst>
          </a:prstGeom>
          <a:solidFill>
            <a:srgbClr val="015E6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70916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local inference — every AI feature runs on-device via Ollama, so there are zero cloud API costs and full data privacy.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Smart Hiring Platform Copilot  |  Team A  |  August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achieved with the platform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Achieved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 platform — Streamlit frontend, FastAPI backend, SQLite database — delivering real generative reasoning from a locally hosted Llama 3.2 model across JD analysis, resume scoring, interviews, onboarding, and AI-driven candidate matching, secured with JWT-based authentication.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360273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63931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5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Inference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3520440"/>
            <a:ext cx="360273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62856" y="363931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62856" y="41605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9016" y="3520440"/>
            <a:ext cx="360273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03336" y="363931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03336" y="41605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Capabilities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193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504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Locally-hosted LLMs can power enterprise-grade recruitment workflows end to end — with zero cloud AI costs, full data privacy, and real-time AI assistance.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Smart Hiring Platform Copilot  |  Team A  |  August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platform goes next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21024" cy="420624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3621024" cy="502920"/>
          </a:xfrm>
          <a:prstGeom prst="rect">
            <a:avLst/>
          </a:prstGeom>
          <a:solidFill>
            <a:srgbClr val="015E6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450592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cloud DB migration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sync for interviews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for reports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621024" cy="420624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79392" y="1783080"/>
            <a:ext cx="362102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443984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Mid-Term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43984" y="2450592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support for business units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(Power BI embed)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self-service tracking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 integration (LinkedIn, Naukri)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pipeline stages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0728" y="1783080"/>
            <a:ext cx="3621024" cy="420624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01600" dist="38100" dir="5400000" algn="bl" rotWithShape="0">
              <a:srgbClr val="1B2A32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10728" y="1783080"/>
            <a:ext cx="3621024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450592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 on Infosys data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interview AI analysis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attrition modeling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 PWA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Smart Hiring Platform Copilot  |  Team A  |  August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528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5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029200" cy="5029200"/>
          </a:xfrm>
          <a:prstGeom prst="ellipse">
            <a:avLst/>
          </a:prstGeom>
          <a:solidFill>
            <a:srgbClr val="01707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rgbClr val="01707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880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1280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6451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Bhadouria  •  Sanchit Lalwani  •  Aishwarya </a:t>
            </a:r>
            <a:r>
              <a:rPr lang="en-US" sz="1200" dirty="0" err="1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Dosapati</a:t>
            </a:r>
            <a:r>
              <a:rPr lang="en-US" sz="12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Chitesh Gokul  •  Jaddu Gowthami</a:t>
            </a:r>
            <a:endParaRPr lang="en-US" sz="1200" dirty="0"/>
          </a:p>
        </p:txBody>
      </p:sp>
      <p:sp>
        <p:nvSpPr>
          <p:cNvPr id="11" name="Text Mentor"/>
          <p:cNvSpPr/>
          <p:nvPr/>
        </p:nvSpPr>
        <p:spPr>
          <a:xfrm>
            <a:off x="731520" y="505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Rojar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Smart Hiring Platform Copilot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1186</Words>
  <Application>Microsoft Office PowerPoint</Application>
  <PresentationFormat>Widescreen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Abhay Bhadouria</cp:lastModifiedBy>
  <cp:revision>5</cp:revision>
  <dcterms:created xsi:type="dcterms:W3CDTF">2026-08-12T21:29:25Z</dcterms:created>
  <dcterms:modified xsi:type="dcterms:W3CDTF">2026-08-18T14:25:38Z</dcterms:modified>
</cp:coreProperties>
</file>